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Proposed Team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Mineral Recovery Project — Duqm, Oman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C8D8F5"/>
                </a:solidFill>
                <a:latin typeface="Calibri"/>
              </a:rPr>
              <a:t>Conceptual + Basic Engineering Study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8D8F5"/>
                </a:solidFill>
                <a:latin typeface="Calibri"/>
              </a:rPr>
              <a:t>Confidential — prepared for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Team Organization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048" y="77724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141B26"/>
                </a:solidFill>
                <a:latin typeface="Calibri"/>
              </a:rPr>
              <a:t>Client — Oman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via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8" y="1344168"/>
            <a:ext cx="0" cy="13716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67048" y="1481328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0B3D91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DIRECTOR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8" y="2167128"/>
            <a:ext cx="0" cy="22860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63928" y="2395728"/>
            <a:ext cx="786384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6392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584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27768" y="2395728"/>
            <a:ext cx="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798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Project Lead — Metallurgy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Luis García Medina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8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990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Head of Maintenance &amp; Reliability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Juan Carlos Ramírez (JC)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990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1828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AI-Powered PMO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Autopilot · Jorge Juri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1828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16392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97000" y="3913632"/>
            <a:ext cx="566928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97000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6232" y="3913632"/>
            <a:ext cx="2999232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6232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95464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27768" y="3447288"/>
            <a:ext cx="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27768" y="3913632"/>
            <a:ext cx="566928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594696" y="3913632"/>
            <a:ext cx="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5400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Metallurgy · Recycling Expert · Environmental / HSEC Advisor — Oman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Kent Christie (Utah, USA)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5400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24632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3D Industrial Designer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04632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3864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Mechanical Maintenance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3864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3096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Quality Analyst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096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5400" y="5623560"/>
            <a:ext cx="11740896" cy="5029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Cross-functional: Legal / Compliance — Pertel Legal · Production: drawings, documents, P&amp;IDs, piping, 3D and client package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M.Sc. Industrial Automation &amp; SCADA Integration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Industrial Civil Engineering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2003–2005 · Risk Prevention &amp; Environmental Eng.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1998–2002 · Metallurgical Process Engineer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Copper &amp; gold mining in Chile, Colombia and Australia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Concentrator plant operations and metallurgical processes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maintenance of large-scale mining equipment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Automation and SCADA projects in mineral processing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safety and environmental management at mine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2022–2023 · Head of Stockpiles, Tailings &amp; Water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2021–2022 · General Maintenance Supervisor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 · Maintenance Supervisor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2020–2021 · Contract Manager, Plant Operations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2019–2020 · Contract Manager, Plant Operations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2017–2019 · Mine &amp; Plant Operations Supervisor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Plant &amp; Refinery Shift Supervisor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Leadership in mining operations and maintenance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Project management in mining and concentrator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Operational optimization and process improvement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Cost control and profitability analysis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Process automation and control (SCADA)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Mining safety and environmental regulations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Leads the study end to end: metallurgical process engineer with 20+ years operating and maintaining large-scale mining plants.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Commissioning and start-up of real plants (filtration, thickening, tailings): the study is designed with operations in mind.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Single technical counterpart for the client and partners (HLC / Tonino).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Detail engineering and erection of HD Tailings Thickener — Capstone Copper, Mantos Blancos (project 24-286): planning, management and execution.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Concentrator plant optimization: improved mineral recovery and cost reduction through control and automation strategies.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Commissioning and start-up of filtration, thickening and tailings plants.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International mining project management: underground and open-pit operations in Chile, Colombia and Australia.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AI-Powered PMO — Autopilot (PM · Digital Twin)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Vancouver, Canada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Advanced Manufacturing Leader — Canada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 · Diploma in Mobile Application Development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2014 · Industrial Engineering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 · B.Eng. in Computer Science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20+ years in technology across multiple industries and roles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4 years as operations &amp; continuous-improvement consultant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years building solutions for government agencies in Chile and Canada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24 years delivering high-quality technology services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10 years consulting in Canada for global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2020–2024 · Digital solutions architect — Digital Twin &amp; IoT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Solutions architect — smart devices and web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Head of Software Development &amp; Maintenance Department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2007–2011 · Software Development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Continuous process improvement (Six Sigma &amp; Lean)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Technology solutions architect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Orchestration of SAP, SaaS, AI and legacy systems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Coaching for technology implementations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90% reduction in unnecessary emails and processes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AI-instrumented PMO (Autopilot): minutes, commitments and follow-up captured in real time — proven while assembling this very team.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Digital twin + IoT: the digital backbone of the study and the future plant.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Document control and traceability of the client package, with a drastic reduction in friction (−90% unnecessary emails).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 Twins: simulation and optimization of industrial processes, improving efficiency and reducing operational risk.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Mining safety &amp; efficiency: virtual reality for accident prevention + cost-saving tools for purchasing and inventory.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Legal &amp; environmental compliance: automation that positioned his team as Latin-American leader in information availability and transparency.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Mobile &amp; IoT solutions: end-to-end production control on iOS, Apple Watch, Android and IoT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Project Lead — Metallurgy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Mexican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Santa Ana, Sonora, Mexico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2005 · Ph.D. in Materials &amp; Metallurgy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 · M.Sc. in Non-Ferrous Extractive Metallurgy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1992 · Chemical Engineering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30+ years in Au / Ag / Cu mineral beneficiation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End-to-end hydrometallurgy: static &amp; dynamic leaching, ADR, Merrill-Crowe, electrowinning,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7 years in cement plant operations: fly ash from both sides (produced it from coal → clinker, and purchased it from thermal power plants)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Mining in Chile and Mexico: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Recovery from residues and refractory 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2022–today · Process &amp; metallurgy consultant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2018–today · Advisor — HQ Metales / Shotcrete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2012–2015 · Metallurgy &amp; Remediation Superintendent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Kinross Maricunga · Senior process engineer and SART plant Superintendent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Cananea · Copper R&amp;D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Full plant cycle: from geometallurgical study to design, construction, start-up and optimization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Design of leaching test programs at lab and pilot-plant scale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Process route design and redesign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CAPEX &amp; OPEX support · reagent consumption reduction (NaCN, lime, Zn)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Impurity control (sulphates,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High-level technical team development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Arrived with the diagnosis done: chemical sludge ~24% Cu · fly ash (Zn 5.3%) · slag — and a route already sketched: H₂SO₄ leaching → electrowinning, with Fe removed by chemical precipitation (pH) before EW.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Characterization-first methodology: material → product → variables → contaminants → traceability. “The testing phase is where the technology gets created.”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Critical contaminants mapped from first-hand experience: As controlled at intake per regulations · V/Cr/Ni in fly ash (7 years handling fly ash at a cement plant, on both sides).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Economic reframing of the project: “the feedstock is zero-cost” — the environmental liability becomes a productive asset.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SART plant Superintendent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Dynamic leaching of auriferous pyrite concentrates — Grupo Bacis · silver recovery from refractory ores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Remediation and reactivation of legacy leach pads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Process families directly applicable to metal recovery from industrial residues.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Metallurgy · Recycling Expert · Environmental / HSEC Advisor — Oman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American (USA)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Utah,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English (native) · Spanish (fluent)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B.S. Economics + B.A. Spanish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Certifications: CMSP (2025) · HAZWOPER (2025) · MSHA Instructor (2024)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Approved auditor — International Cyanide Code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25+ years of mining HSE: design → construction → operations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Metal recovery &amp; recycling · hazardous waste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Water treatment (Fruta del Norte, Hermosa) · baghouse/emissions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Gulf: H&amp;S assessments for a Ma'aden drilling contractor (Saudi Arabia) · MHRS regulations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Multi-country compliance: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2024–today · International HSE consultant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EHS Director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HSE Director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2006–2010 · Director HSE Audits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Risk assessment: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Root-cause analysis: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Hazardous-waste programs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Corporate HSE and compliance audits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HSE review at design &amp; engineering stage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1:1 match with the project's plant: led HAZOPs and risk assessments for the Pinto Valley copper recovery/recycling plant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Gulf permitting and compliance: Ma'aden (Saudi Arabia) and MHRS regulations · hazardous waste (HAZWOPER) · water treatment and emissions.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Native EN/ES bilingual: direct bridge between the team and the client/authorities in Oman.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Led HAZOPs and risk assessments for the Pinto Valley copper recovery/recycling plant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Ma'aden (Saudi Arabia): his recommendations led the contractor to ISO 45001 certification.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Results: −32% LTI and −34% TRI at Capstone · −38% LTIFR at Kinross · regulatory fines down 19–42%.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Cozamín: zero fatalities since 2021 (previous history: one every 2 years).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3D Industrial Designer — BIM / Piping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Industrial Designer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years of industrial design for process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Steelmaking: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engineering and piping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Reality capture / scan-to-BIM on brownfield plants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SCL Ingeniería — piping designer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CAP Acero, Huachipato steelworks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piping: 3D modeling, fabrication drawings, isometrics, MTO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BIM management under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Leica RTC 360 laser scanning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Coordination and clash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Scan-to-BIM with laser scanning (Leica RTC 360): As-Built of the plant's real condition — the geometric foundation of the digital twin.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Isometrics, MTO and clash detection (100% of critical clashes resolved before fabrication): from concept to a constructible package.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Available to travel to Oman: enables on-site scanning campaigns.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CDE management that cut information-exchange times by 15%.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100% of critical clashes resolved before fabrication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As-built models from point clouds (scan-to-BIM) for operating plants.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Isometrics and material take-offs for fabrication and erection.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Mechanical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functional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2017–2022 · Mechanical Civil Engineer — U. de La Serena (top graduate, class of 2023)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2024–2025 · Diploma in Maintenance Management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2025– · Industrial Engineering (ongoing) — IACC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Courses: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Large-scale copper mining: Chuquicamata (Codelco) and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Crushing, grinding and classification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Structural and mechanical maintenance of plant equipment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Computational simulation (CFD / finite elements)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Mar–Aug 2025 · Plant Maintenance Planner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Nov 2024–Feb 2025 · Quality Control Engineer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2023–2024 · QC Engineer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Daily/weekly planning, contingencies, inventories and critical spares in SAP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Inspection of crushers, pumps, mills, screens, conveyors and hydrocyclone batteries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Metrology for pump and crusher change-outs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Ansys (advanced) · Fusion 360 (advanced)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availability · available to travel to Oman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Maintains the exact equipment of a mineral recovery plant: crushers, mills, pumps, screens, hydrocyclones and conveyors.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SAP planning with inventories and critical spares: maintainability enters the study from the design stage.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Power BI · Machine Learning · Ansys: a natural profile for predictive maintenance on the digital twin · immediate availability, can travel to Oman.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Maintenance planning with strategic windows for continuous availability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Operational and safety inspections on the same equipment found in a mineral recovery plant.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Conveyor cover erection and structural repairs on tripper cars and galleries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CAD/simulation profile with natural affinity to Sigma's digital-twin approach.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Quality 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intermediate English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Mining Civil Engineer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Inspira Program (Codelco) · Mining Leadership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Large-scale copper mining: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Open-pit dispatch: Esperanza, Encuentro and Tesoro pits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Structural inspection on site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Standardization of operational processes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Feb–Nov 2025 · Thesis engineer, Dispatch — AMSA Minera Centinela: material movement management and operational KPIs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Feb–Apr 2024 · Professional internship — Centinela: structural inspection, findings capture and follow-up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Standardization and systematization of critical procedures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Condition verification and standards compliance (QA cycle)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KPI tracking for decision-making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(basic)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availability,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QA of engineering deliverables (drawings, P&amp;IDs, dossiers): nothing reaches the client without passing the quality cycle.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Specialist in standardizing critical procedures — turns team knowledge into objective, repeatable documents.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full-time availability · digital-twin affinity (RockVision D-Twin).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Thesis: standardization of dispatch operational processes — identification and systematization of critical procedures.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Technology-driven dispatch: fleet coordination, continuous tire pressure/temperature monitoring and early failure detection.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Structural inspection under safety standards: findings logging and follow-up (a pure quality-control cycle).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Digital-twin affinity: RockVision D-Twin.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Next steps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Team available for an August 2026 start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Full CVs available upon request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Contact: Jorge Juri — Project Manager · WhatsApp +1 778 835 3720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