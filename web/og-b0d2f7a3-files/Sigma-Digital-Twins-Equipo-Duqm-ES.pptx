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Equipo Propuesto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Proyecto de Recuperación de Minerales — Duqm, Omán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Estudio Conceptual + Ingeniería Básica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Confidencial — preparado para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Organigrama del equipo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8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Cliente — Omán (árabes)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vía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8" y="1344168"/>
            <a:ext cx="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8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8" y="2167128"/>
            <a:ext cx="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8" y="2395728"/>
            <a:ext cx="786384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Proyecto — Metalurgia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 (Messi)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Mantenimiento y Confiabilidad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PMO con 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7000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7000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2" y="3913632"/>
            <a:ext cx="2999232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2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4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8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6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400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Metalurgia · Experto Reciclaje · Asesor Medio Ambiente / HSEC — Omán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EE.UU.)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400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2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Diseñador Industrial 3D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2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4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Mantenimiento Mecánico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4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6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Analista de Calidad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6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400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Transversal: Legal / Compliance — Pertel Legal · Producción: dibujos, documentos, P&amp;IDs, cañería, 3D y paquete al cliente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Magíster en Automatización Industrial e Integración SCADA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Ingeniería Civil Industrial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Ing. en Prevención de Riesgos y Medio Ambiente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Ingeniero en Procesos Metalúrgicos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de cobre y oro en Chile, Colombia y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Operaciones de plantas concentradoras y procesos metalúrgicos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industrial en equipos de gran minería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Proyectos de automatización y SCADA en plantas mineras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Seguridad industrial y gestión ambiental en faenas mineras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Jefe de Acopio, Relaves y Aguas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Supervisor General de Mantenimiento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Supervisor de Mantenimiento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Administrador de Contrato, Operaciones Planta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Administrador de Contrato, Operaciones Planta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Supervisor de Operaciones Mina y Planta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 Turno Planta &amp; Refinería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Liderazgo en operaciones mineras y mantenimiento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de proyectos en minería y plantas concentradoras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Optimización operacional y mejora de procesos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costos y análisis de rentabilidad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Automatización y control de procesos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Normativas de seguridad y medio ambiente en minería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Dirige el estudio de punta a punta: ingeniero de procesos metalúrgicos con 20+ años operando y manteniendo plantas de gran minería.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Comisionamiento y puesta en marcha de plantas reales (filtrado, espesamiento, relaves): el estudio se diseña pensando en la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Interlocutor técnico único frente al cliente y los socios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Ingeniería de detalles y montaje de Espesador de Relaves HD — Capstone Copper, Mantos Blancos (proyecto 24-286): planificación, gestión y ejecución.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Optimización de plantas concentradoras: mejora de recuperación de minerales y reducción de costos vía control y automatización.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Comisionamiento y puesta en marcha de plantas de filtrado, espesamiento y relaves.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proyectos mineros internacionales: minería subterránea y rajo abierto en Chile, Colombia y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PMO con IA — Autopilot (PM · Gemelo 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Vancouver, Canadá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Líder en Manufactura Avanzada —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Diplomado en Desarrollo de Aplicaciones Móviles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Ingeniería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Licenciatura en Ingeniería en Ciencias de la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Más de 20 años de experiencia en tecnología, en múltiples industrias y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años como consultor en operaciones y mejora continua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desarrollando soluciones para agencias gubernamentales en Chile y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años proporcionando servicios tecnológicos de alta calidad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años como consultor en Canadá, en mercados globales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Arquitecto de soluciones digitales — Digital Twin e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Arquitecto de soluciones — smart devices y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del Departamento de Desarrollo y Mantenimiento de Software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Líder de Desarrollo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Mejora continua de procesos (Six Sigma y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Arquitecto de soluciones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Orquestación de SAP, SaaS, IA y sistemas heredados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en implementaciones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Reducción del 90% en correos y procesos innecesarios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PMO instrumentada con IA (Autopilot): actas, compromisos y seguimiento capturados en tiempo real — probado en la conformación de este mismo equipo.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Gemelo digital + IoT: la columna vertebral digital del estudio y de la futura planta.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documental y trazabilidad del paquete al cliente, con reducción drástica de fricción (−90% de correos innecesarios).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simulación y optimización de procesos industriales, mejorando eficiencia y reduciendo riesgos operativos.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Seguridad y eficiencia en minería: realidad virtual para prevención de accidentes + herramientas de ahorro en compras e inventarios.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Cumplimiento legal y ambiental: automatización que posicionó a su equipo como líder en Latinoamérica en disponibilidad y transparencia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Soluciones móviles e IoT: control integral de procesos de producción en iOS, Apple Watch, Android y dispositivos IoT.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Proyecto — Metalurgia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Mexicana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Santa Ana, Sonora, México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Doctorado en Materiales y Metalurgia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Maestría en Metalurgia Extractiva No Ferrosa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Ingeniería Química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años en beneficio de minerales de Au / Ag / Cu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Hidrometalurgia de punta a punta: lixiviación estática y dinámica, ADR, Merrill-Crowe, electrodeposición,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años en planta de cemento: fly ash de ambos lados (lo producían con carbón → clínker y lo compraban de termoeléctricas)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en Chile y México: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desde residuos y minerales refractarios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2022–hoy · Consultor de procesos y metalurgia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2018–hoy · Asesor — HQ Metales / Concreto Lanzado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Superintendente de Metalurgia y Remediación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Ingeniero de procesos senior y Superintendente de planta SART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I+D en cobre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Ciclo de planta completo: del estudio geometalúrgico al diseño, construcción, puesta en marcha y optimización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de pruebas de lixiviación a nivel laboratorio y planta piloto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y rediseño de rutas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Colaboración en CAPEX y OPEX · reducción de consumo de reactivos (NaCN, cal,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impurezas (sulfatos,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Formación de capital humano de alto nivel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Llegó con el diagnóstico hecho: lodos químicos ~24% Cu · fly ash (Zn 5,3%) · escoria — y una ruta esbozada: lixiviación H₂SO₄ → electroobtención, con el Fe removido por precipitación química (pH) antes del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Metodología caracterización-primero: material → producto → variables → contaminantes → trazabilidad. «La fase de pruebas es donde se genera la tecnología.»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Contaminantes críticos mapeados por experiencia propia: As controlado a la entrada según normativa · V/Cr/Ni del fly ash (7 años manejando fly ash en cementera, de ambos lados).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Reencuadre económico del proyecto: «la materia prima es costo cero» — el pasivo ambiental se transforma en activo productivo.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Superintendente de planta SART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Lixiviación dinámica de concentrados de pirita aurífera — Grupo Bacis · recuperación de plata en minerales refractarios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Remediación y reactivación de patios de lixiviación antiguos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Familias de procesos directamente aplicables a recuperación de metales desde residuos industriales.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Metalurgia · Experto Reciclaje · Asesor Medio Ambiente / HSEC — Omán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Estadounidense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Utah, EE.UU.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Inglés nativo · Español fluido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en Economía + B.A. en Español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Certificaciones: CMSP (2025) · HAZWOPER (2025) · Instructor MSHA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 aprobado — Código Internacional del Cianuro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años de HSE en minería: diseño → construcción → operaciones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y reciclaje de metales · residuos peligrosos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Tratamiento de aguas (Fruta del Norte, Hermosa) · emisiones/baghouse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Golfo: assessments para contratista de Ma'aden (Arabia Saudita) · normativa MHRS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Cumplimiento multi-país: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2024–hoy · Consultor internacional HSE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Director EHS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Director de HSE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de Auditorías HSE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Evaluación de riesgos: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Análisis causa raíz: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Programas de residuos peligrosos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Auditorías HSE corporativas y de cumplimiento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Revisión HSE en fase de diseño e ingeniería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Calce 1:1 con la planta del proyecto: 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Permisología y cumplimiento del Golfo: Ma'aden (Arabia Saudita) y normativa MHRS · residuos peligrosos (HAZWOPER) · tratamiento de aguas y emisiones.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Bilingüe nativo EN/ES: puente directo entre el equipo y el cliente/autoridades en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(Arabia Saudita): sus recomendaciones llevaron al contratista a certificarse ISO 45001.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Resultados: −32% LTI y −34% TRI en Capstone · LTIFR −38% en Kinross · multas regulatorias −19% a −42%.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0 fatalidades desde 2021 (histórico previo: 1 cada 2 años).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Diseñador Industrial 3D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Diseñador Industrial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en diseño industrial para plantas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Siderurgia: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Ingeniería y piping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en plantas existentes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proyectista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Piping industrial: modelado 3D, planos de fabricación, isométricos,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BIM bajo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Escáner láser Leica RTC 360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Coordinación y detección de interferencias (clash detection)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con escáner láser (Leica RTC 360): As-Built de la condición real de la planta — la base geométrica del gemelo digital.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Isométricos, MTO y clash detection (100% de interferencias críticas resueltas antes de fabricación): del conceptual al paquete constructible.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Disponible para viajar a Omán: habilita el levantamiento en terreno con escáner.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CDE que redujo un 15% los tiempos de intercambio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de interferencias críticas resueltas antes de fabricación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Modelos As-Built desde nube de puntos (scan-to-BIM) para plantas en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Isométricos y listados de materiales para fabricación y montaje.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Mantenimiento Mecánico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Ingeniero Civil Mecánico — U. de La Serena (mejor egresado, promoción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Diplomado en Gestión del Mantenimiento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Ingeniería Industrial (en curso)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Cursos: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Chuquicamata (Codelco) y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Plantas de chancado, molienda y clasificación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estructural y mecánico de equipos de planta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Simulación computacional (CFD / elementos finitos)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mar–ago 2025 · Planificador de Mantenimiento de Planta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Ingeniero en Control de Calidad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Ing. Control de Calidad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diaria/semanal, contingencias, inventarios y repuestos críticos en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de chancadores, bombas, molinos, harneros, correas e hidrociclones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Metrología en cambios de bombas y chancadores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(avanzado) · Fusion 360 (avanzado)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· disponible para viajar a Omán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Mantiene los mismos equipos de una planta de recuperación de minerales: chancadores, molinos, bombas, harneros, hidrociclones y correas.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en SAP con inventarios y repuestos críticos: la mantenibilidad entra al estudio desde el diseño.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perfil natural para mantenimiento predictivo sobre el gemelo digital · disponibilidad inmediata y viaja a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Planificación de mantenimiento con ventanas estratégicas para disponibilidad continua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Inspecciones operacionales y de seguridad sobre los mismos equipos de una planta de recuperación de minerales.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Montaje de cubiertas en correas transportadoras y reparaciones estructurales en tripper y galerías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Perfil CAD/simulación con afinidad natural al enfoque de gemelos digitales de Sigma.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Analista de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intermedio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Ingeniera Civil en Minas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 Inspira (Codelco) · Liderazgo para la Minería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Despacho (dispatch) de rajos: Esperanza, Encuentro y Tesoro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estructural en faena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de procesos operacionales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Memorista, Despacho — AMSA Minera Centinela: gestión del movimiento de material y KPIs operacionales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feb–abr 2024 · Práctica profesional — Centinela: inspección estructural, levantamiento y seguimiento de observaciones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y sistematización de procedimientos críticos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Verificación de condiciones y cumplimiento de estándares (ciclo QA)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Seguimiento de KPIs para la toma de decisiones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(básico)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de entregables de ingeniería (planos, P&amp;IDs, dossiers): nada sale al cliente sin pasar el ciclo de calidad.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Especialista en estandarización de procedimientos críticos — convierte el conocimiento del equipo en documentos objetivos y repetibles.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full-time · afinidad con gemelos digitales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Memoria: estandarización de procesos operacionales en despacho — identificación y sistematización de procedimientos críticos.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Despacho tecnológico: coordinación de equipos, monitoreo continuo de presión/temperatura de neumáticos y detección oportuna de fallas.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Inspección estructural bajo estándares de seguridad: registro y seguimiento de observaciones (puro ciclo de control de calidad).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Afinidad con gemelos digitales: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Próximos pasos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Equipo disponible para arranque en agosto 2026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CVs completos disponibles a pedido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Contacto: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